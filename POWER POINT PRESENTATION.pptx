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0340"/>
            <a:ext cx="772217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Resume Screening &amp; Application Tracking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2744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Mini Project —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10733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Team Members:     • SHAIKH SANAA IRAM M (23AK1A05I6) • SHASHANK P N (23AK1A05I7) • SNEHA LATHA K (23AK1A05J3)   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476277"/>
            <a:ext cx="8151763" cy="4763"/>
          </a:xfrm>
          <a:prstGeom prst="roundRect">
            <a:avLst>
              <a:gd name="adj" fmla="val 179981"/>
            </a:avLst>
          </a:prstGeom>
          <a:solidFill>
            <a:srgbClr val="5B5F71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6119" y="265152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Brief overview: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"A web-based system designed to automate candidate screening, application tracking, and recruitment management."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</a:t>
            </a:r>
            <a:endParaRPr lang="en-US" sz="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989511"/>
            <a:ext cx="1159446" cy="71653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0569" y="298951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Purpose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10569" y="3257773"/>
            <a:ext cx="268389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 resume screening to save time, reduce bias, and centralise applicant data for convenient recruiter access.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65" y="2989511"/>
            <a:ext cx="1159520" cy="7166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63989" y="298951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Outcome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63989" y="3257773"/>
            <a:ext cx="268389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 analytics-driven insights and downloadable reports to support data-informed hiring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4208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96119" y="915665"/>
            <a:ext cx="1491555" cy="2302669"/>
          </a:xfrm>
          <a:prstGeom prst="roundRect">
            <a:avLst>
              <a:gd name="adj" fmla="val 349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4855" y="1044401"/>
            <a:ext cx="1234083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Time-Intensive Manual Screening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4855" y="1700361"/>
            <a:ext cx="12340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Reviewing resumes one-by-one consumes significant recruiter hours and delays hiring cycles.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111648" y="915665"/>
            <a:ext cx="1491630" cy="2302669"/>
          </a:xfrm>
          <a:prstGeom prst="roundRect">
            <a:avLst>
              <a:gd name="adj" fmla="val 349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384" y="1044401"/>
            <a:ext cx="1234157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 Volume Management Challenges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240384" y="1700361"/>
            <a:ext cx="1234157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Thousands of applications lead to inconsistent tracking, lost candidates, and fragmented communication.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727252" y="915665"/>
            <a:ext cx="1491630" cy="2302669"/>
          </a:xfrm>
          <a:prstGeom prst="roundRect">
            <a:avLst>
              <a:gd name="adj" fmla="val 3493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55988" y="1044401"/>
            <a:ext cx="123415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Human Error &amp; Bias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55988" y="1506513"/>
            <a:ext cx="123415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evaluation risks oversight, inconsistent scoring, and unconscious bias affecting shortlisting.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3342308"/>
            <a:ext cx="4722763" cy="922660"/>
          </a:xfrm>
          <a:prstGeom prst="roundRect">
            <a:avLst>
              <a:gd name="adj" fmla="val 5647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4855" y="3471044"/>
            <a:ext cx="19293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Need for Efficient Tracking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4855" y="3739307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Organisations require a reliable system to monitor application stages, statuses and recruitment KPIs.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119" y="440449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Visual summary: The combination of time pressure, volume, and human variability creates a compelling case for automation and centralised tracking.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291948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Methodology &amp; System Approach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797" y="596950"/>
            <a:ext cx="6298332" cy="4340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7997" y="627162"/>
            <a:ext cx="6247933" cy="5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System flow (detailed):     • Candidate submission: Structured form + resume upload extracts name, contact, education, experience and skills.      • Recruiter input: Define role-specific required and preferred skills, experience thresholds and weightings.     • Parsing &amp; matching: Text parsing (keyword extraction), normalisation of skill synonyms, and weighted comparison produce a match percentage for each candidate.     • Automated categorisation: Thresholds determine status — Applied, Shortlisted, or Rejected — with manual override by recruiters.     • Dashboard &amp; analytics: Real-time metrics (applications by role, shortlist rate, time-to-hire), candidate pipeline visualisation and exportable reports (CSV/PDF).   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447997" y="911866"/>
            <a:ext cx="2040655" cy="15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Storage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447997" y="1099536"/>
            <a:ext cx="2040655" cy="241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Structured candidate records with audit trail for status changes and recruiter notes.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551635" y="911866"/>
            <a:ext cx="2040655" cy="15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Automation Engine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551635" y="1099536"/>
            <a:ext cx="2040655" cy="241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Rule-based filters and matching algorithm compute match percentage and ranking.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55273" y="911866"/>
            <a:ext cx="2040656" cy="15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Reporting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55273" y="1099536"/>
            <a:ext cx="2040656" cy="362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Customisable dashboards, charts and downloadable analytics for evaluation panels.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9271"/>
            <a:ext cx="3362846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Results &amp; Demonstration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25698"/>
            <a:ext cx="8151763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Key outcomes observed during testing and demonstration:     • Faster screening: Initial triage reduced average review time per candidate by an order of magnitude (automated parsing and scoring).      • Improved management: Centralised application pipeline prevented candidate loss and simplified communication logs.     • Consistent evaluation: Automated match percentages standardised shortlist decisions, with manual review for edge cases.     • Recruiter-ready exports: Downloadable reports summarise candidate pools, top matches, and historical recruiting metrics.   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81" y="1547515"/>
            <a:ext cx="2661345" cy="266134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253" y="1547515"/>
            <a:ext cx="2661419" cy="266141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547515"/>
            <a:ext cx="2661419" cy="2661419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96119" y="4362524"/>
            <a:ext cx="8151763" cy="333152"/>
          </a:xfrm>
          <a:prstGeom prst="roundRect">
            <a:avLst>
              <a:gd name="adj" fmla="val 12462"/>
            </a:avLst>
          </a:prstGeom>
          <a:solidFill>
            <a:srgbClr val="E2E3E9"/>
          </a:solidFill>
          <a:ln/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40" y="4494833"/>
            <a:ext cx="123527" cy="9882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17290" y="4458072"/>
            <a:ext cx="818897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Demonstration notes: Screenshots show prototype UI, responsive dashboard and clear match-scoring used for shortlist recommendations.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139"/>
            <a:ext cx="3237756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 &amp; Future Scope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567238" y="790277"/>
            <a:ext cx="9525" cy="2674665"/>
          </a:xfrm>
          <a:prstGeom prst="roundRect">
            <a:avLst>
              <a:gd name="adj" fmla="val 384593"/>
            </a:avLst>
          </a:prstGeom>
          <a:solidFill>
            <a:srgbClr val="C8C9CF"/>
          </a:solidFill>
          <a:ln/>
        </p:spPr>
      </p:sp>
      <p:sp>
        <p:nvSpPr>
          <p:cNvPr id="4" name="Shape 2"/>
          <p:cNvSpPr/>
          <p:nvPr/>
        </p:nvSpPr>
        <p:spPr>
          <a:xfrm>
            <a:off x="486594" y="790277"/>
            <a:ext cx="4075881" cy="594494"/>
          </a:xfrm>
          <a:prstGeom prst="rect">
            <a:avLst/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02794" y="882253"/>
            <a:ext cx="1172468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Simplifies Recruitment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8569" y="1055266"/>
            <a:ext cx="3896692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Centralises candidate data, automates initial screening and streamlines the hiring pipeline for academic and small enterprise use.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4581525" y="1507406"/>
            <a:ext cx="4075881" cy="594494"/>
          </a:xfrm>
          <a:prstGeom prst="rect">
            <a:avLst/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8738" y="1599381"/>
            <a:ext cx="1157883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Reduces Manual Effort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68738" y="1772394"/>
            <a:ext cx="3896692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parsing and scoring reduce repetitive tasks, allowing recruiters to focus on high-value interview stages.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86594" y="2224534"/>
            <a:ext cx="4075881" cy="594494"/>
          </a:xfrm>
          <a:prstGeom prst="rect">
            <a:avLst/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5021" y="2316510"/>
            <a:ext cx="10902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Data-Driven Hiring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8569" y="2489522"/>
            <a:ext cx="3896692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Dashboards and exportable reports enable evidence-based decisions and support evaluation by faculty and industry partners.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581525" y="2941662"/>
            <a:ext cx="4075881" cy="523280"/>
          </a:xfrm>
          <a:prstGeom prst="rect">
            <a:avLst/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8738" y="3033638"/>
            <a:ext cx="1415504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User-Friendly Web Solution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8738" y="3206651"/>
            <a:ext cx="3896692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Accessible interface designed for ease-of-use by recruiters and academic project evaluators.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96119" y="3555727"/>
            <a:ext cx="8151763" cy="4763"/>
          </a:xfrm>
          <a:prstGeom prst="roundRect">
            <a:avLst>
              <a:gd name="adj" fmla="val 119987"/>
            </a:avLst>
          </a:prstGeom>
          <a:solidFill>
            <a:srgbClr val="5B5F71">
              <a:alpha val="50000"/>
            </a:srgbClr>
          </a:solidFill>
          <a:ln w="4763">
            <a:solidFill>
              <a:srgbClr val="DFDF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119" y="3674269"/>
            <a:ext cx="1547440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Scope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6119" y="3902497"/>
            <a:ext cx="8151763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14000"/>
              </a:lnSpc>
              <a:buSzPct val="100000"/>
              <a:buFont typeface="+mj-lt"/>
              <a:buAutoNum type="arabicPeriod" startAt="1"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Resume Upload improvements: richer parsing (PDF/DOCX), OCR for scanned documents and normalisation of skill taxonomies.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Font typeface="+mj-lt"/>
              <a:buAutoNum type="arabicPeriod" startAt="2"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Database Integration: scale to larger candidate volumes with secure, redundant storage and role-based access control.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Font typeface="+mj-lt"/>
              <a:buAutoNum type="arabicPeriod" startAt="3"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AI-based Screening: semantic matching, intent recognition and debiasing algorithms to improve accuracy and fairness.</a:t>
            </a:r>
            <a:endParaRPr lang="en-US" sz="650" dirty="0"/>
          </a:p>
          <a:p>
            <a:pPr algn="l" marL="132080" indent="-132080">
              <a:lnSpc>
                <a:spcPct val="114000"/>
              </a:lnSpc>
              <a:buSzPct val="100000"/>
              <a:buFont typeface="+mj-lt"/>
              <a:buAutoNum type="arabicPeriod" startAt="4"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 Notifications &amp; Workflow Automation: automated candidate communications, interview scheduling and feedback collection.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96119" y="4510832"/>
            <a:ext cx="8151763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Final note: The system delivers a professional, blue-and-white corporate UX suitable for academic evaluation. Images and UI mockups include balanced representation of men and women across hiring contexts.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2026-06-24T02:30:50Z</dcterms:created>
  <dcterms:modified xsi:type="dcterms:W3CDTF">2026-06-24T02:30:50Z</dcterms:modified>
</cp:coreProperties>
</file>